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1F5F9"/>
                </a:solidFill>
              </a:defRPr>
            </a:pPr>
            <a:r>
              <a:t>Rytera™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</a:defRPr>
            </a:pPr>
            <a:r>
              <a:t>AI underwriting with full pipeline 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9601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Commercial insurance · Mortgage · Lending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From document intake to bind-ready decision — every layer explained, not hidden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 · Product overview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Most underwriting tools treat AI like a black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Brokers upload a package; the system returns accept, refer, or decline.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Underwriters cannot see how documents were parsed, verified, or priced.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Compliance and audit teams lack a clear trail of agent reasoning and data sources.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Carriers need transparency — not just speed — before trusting AI in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What Rytera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Rytera is an AI underwriting operating system for insurance, mortgage, and lending.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Ingests multi-format submissions: ACORD, loss runs, tax returns, credit, appraisals, and more.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Runs a structured pipeline: intake → parse → verify → score → price → decide.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Surfaces every step in the dashboard so underwriters review the work, not just the outcome.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Connects to carrier systems — oracles, policy admin, CRM, loss control — via an integration gateway.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Produces memos, quotes, encrypted audit trails, and licensed underwriter sign-off.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4434840" cy="5806440"/>
          </a:xfrm>
          <a:prstGeom prst="rect">
            <a:avLst/>
          </a:prstGeom>
          <a:solidFill>
            <a:srgbClr val="121826"/>
          </a:solidFill>
          <a:ln w="9525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8CF8"/>
                </a:solidFill>
              </a:defRPr>
            </a:pPr>
            <a:r>
              <a:t>The Overview page is the home screen for underwriting operations. It shows market context, job volume, and the end-to-end pipeline at a glance.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Pipeline strip — maps each submission through Intake, Parse, Verify, Score, Price, and Decide.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Three verticals — Commercial P&amp;C, Mortgage, and Lending on one shared platform.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Job metrics — live counts for insurance and mortgage workloads plus pending UW sign-offs.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Quick demos — one-click sample submissions for sales and training.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Recent activity — open any job to inspect its full submission journey.</a:t>
            </a:r>
          </a:p>
        </p:txBody>
      </p:sp>
      <p:pic>
        <p:nvPicPr>
          <p:cNvPr id="7" name="Picture 6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6720840" cy="4200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989320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Screenshot: Overview dashboard with pipeline stages and vertical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4434840" cy="5806440"/>
          </a:xfrm>
          <a:prstGeom prst="rect">
            <a:avLst/>
          </a:prstGeom>
          <a:solidFill>
            <a:srgbClr val="121826"/>
          </a:solidFill>
          <a:ln w="9525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Commercial insurance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8CF8"/>
                </a:solidFill>
              </a:defRPr>
            </a:pPr>
            <a:r>
              <a:t>The Insurance workspace manages P&amp;C submissions from broker intake through bind-ready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Underwriting pipeline — visual flow from document intake to final decision.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Integration feeds — health status for CLUE, NCCI, Guidewire, loss control, and related systems.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Source hub — pull packages from connected folders, APIs, or demo connectors.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Job table — every submission shows status, decision, premium, and journey progress.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Demo presets — run realistic scenarios such as Pacific Coast Marine instantly.</a:t>
            </a:r>
          </a:p>
        </p:txBody>
      </p:sp>
      <p:pic>
        <p:nvPicPr>
          <p:cNvPr id="7" name="Picture 6" descr="02_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6720840" cy="4200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989320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Screenshot: Commercial insurance page with pipeline and job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4434840" cy="5806440"/>
          </a:xfrm>
          <a:prstGeom prst="rect">
            <a:avLst/>
          </a:prstGeom>
          <a:solidFill>
            <a:srgbClr val="121826"/>
          </a:solidFill>
          <a:ln w="9525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Submission journey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8CF8"/>
                </a:solidFill>
              </a:defRPr>
            </a:pPr>
            <a:r>
              <a:t>Click any job to open the Submission Journey — the core differentiator of Rytera.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Timeline — stage-by-stage progress with duration and status for each step.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COPE &amp; risk — construction, occupancy, protection, and exposure analysis.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Oracle verification — external data lookups (CLUE, NCCI, A-PLUS, catastrophe models).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Agent findings — specialist AI agents flag risk, compliance, fraud, and loss-run issues.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Reconciliation — cross-document provenance when ACORD, inspection, and loss runs disagree.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Pricing build-up — indicated premium with modifier transparency.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Human checkpoints — licensed UW review gates before bind.</a:t>
            </a:r>
          </a:p>
        </p:txBody>
      </p:sp>
      <p:pic>
        <p:nvPicPr>
          <p:cNvPr id="7" name="Picture 6" descr="03_submission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6720840" cy="4200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989320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Screenshot: Submission journey drawer for Pacific Coast Distributors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4434840" cy="5806440"/>
          </a:xfrm>
          <a:prstGeom prst="rect">
            <a:avLst/>
          </a:prstGeom>
          <a:solidFill>
            <a:srgbClr val="121826"/>
          </a:solidFill>
          <a:ln w="9525">
            <a:solidFill>
              <a:srgbClr val="28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Prioritized submission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818CF8"/>
                </a:solidFill>
              </a:defRPr>
            </a:pPr>
            <a:r>
              <a:t>The Queue prioritizes work so underwriters focus on the highest-value submissions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Triage scoring — hot, warm, cold, and no-fit priority bands.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Insured context — name, estimated premium, and bundle ID on every row.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Journey strip — mini pipeline indicator without opening the full drawer.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>
                <a:solidFill>
                  <a:srgbClr val="94A3B8"/>
                </a:solidFill>
              </a:defRPr>
            </a:pPr>
            <a:r>
              <a:t>Click-through — jump directly into the submission journey for any queued item.</a:t>
            </a:r>
          </a:p>
        </p:txBody>
      </p:sp>
      <p:pic>
        <p:nvPicPr>
          <p:cNvPr id="7" name="Picture 6" descr="04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502920"/>
            <a:ext cx="6720840" cy="4200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989320"/>
            <a:ext cx="6720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Screenshot: Submission queue with triage filters and journey indicators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1F5F9"/>
                </a:solidFill>
              </a:defRPr>
            </a:pPr>
            <a:r>
              <a:t>Built for production carriers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BD5E1"/>
                </a:solidFill>
              </a:defRPr>
            </a:pPr>
            <a:r>
              <a:t>Rytera is architected for enterprise deployment, not just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7899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Integration gateway — REST adapters for oracles, policy admin, CRM, and ops systems.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Auto / live / simulated modes — demo without credentials; go live when keys are configured.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Role-based access — viewer, underwriter, licensed UW, admin, and CUO roles.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Encrypted audit bundles — regulatory export with SHA-256 manifest for examiners.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Model registry &amp; override analytics — governance for AI-assisted underwriting.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1F5F9"/>
                </a:solidFill>
              </a:defRPr>
            </a:pPr>
            <a:r>
              <a:t>See the full pipeline — not just the decision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Built for carriers, MGAs, banks, and credit unions</a:t>
            </a:r>
          </a:p>
          <a:p>
            <a:pPr algn="ctr">
              <a:spcBef>
                <a:spcPts val="1400"/>
              </a:spcBef>
              <a:defRPr sz="1800">
                <a:solidFill>
                  <a:srgbClr val="94A3B8"/>
                </a:solidFill>
              </a:defRPr>
            </a:pPr>
            <a:r>
              <a:t>Early product demo available</a:t>
            </a:r>
          </a:p>
          <a:p>
            <a:pPr algn="ctr">
              <a:spcBef>
                <a:spcPts val="1400"/>
              </a:spcBef>
              <a:defRPr sz="1800">
                <a:solidFill>
                  <a:srgbClr val="818CF8"/>
                </a:solidFill>
              </a:defRPr>
            </a:pPr>
            <a:r>
              <a:t>rytera.ai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Rytera™ · rytera.ai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