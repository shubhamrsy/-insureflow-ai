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(first 60 seconds starts here — do not click around yet).</a:t>
            </a:r>
          </a:p>
          <a:p>
            <a:r>
              <a:t>Open on this slide. Say: “Your desk was built for yes or no — not shared drives, re-key, and 11pm audit packs.”</a:t>
            </a:r>
          </a:p>
          <a:p>
            <a:r>
              <a:t>Then: “In the next 12 minutes I will take one real-shaped file — Pacific Coast Distributors, a $4.35M warehouse — from broker package to a memo a licensed underwriter can sign. Bind stays off. Shadow stays on.”</a:t>
            </a:r>
          </a:p>
          <a:p>
            <a:r>
              <a:t>Do not list features. Promise the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room’s silent question in 20 seconds: this is software for underwriters and credit officers, not a robot that binds.</a:t>
            </a:r>
          </a:p>
          <a:p>
            <a:r>
              <a:t>If a PAS vendor is in the room: “We sit in front of Guidewire / Duck Creek. We do not pretend bind is live until it is.”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on pain. Mirror their words: shared drive, late submission, producer calling for a quote, exam next quarter.</a:t>
            </a:r>
          </a:p>
          <a:p>
            <a:r>
              <a:t>Do not jump to the product yet. 20–25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destination before the clicks. Read the Pacific Coast card aloud.</a:t>
            </a:r>
          </a:p>
          <a:p>
            <a:r>
              <a:t>Then: “That is the golden path. I will not tour every menu. I will run this file.”</a:t>
            </a:r>
          </a:p>
          <a:p>
            <a:r>
              <a:t>If live demo is ready, switch to the dashboard on the NEXT slide. If not, stay in the deck — screenshots / narrative still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PATH — do not deviate.</a:t>
            </a:r>
          </a:p>
          <a:p>
            <a:r>
              <a:t>URL: /dashboard  (app.ryterainc.com/dashboard or staging).</a:t>
            </a:r>
          </a:p>
          <a:p>
            <a:r>
              <a:t>Sign in as the demo underwriter. Theme: whatever is stable.</a:t>
            </a:r>
          </a:p>
          <a:p>
            <a:r>
              <a:t>Click Insurance → Commercial → property_bi. Sample tab only if this product has a demo (Pacific Coast).</a:t>
            </a:r>
          </a:p>
          <a:p>
            <a:r>
              <a:t>If Sample is hidden, use Files: drop the pacific-coast package.</a:t>
            </a:r>
          </a:p>
          <a:p>
            <a:r>
              <a:t>Do not open mortgage or lending unless asked in Q&amp;A.</a:t>
            </a:r>
          </a:p>
          <a:p>
            <a:r>
              <a:t>Do not claim live CLUE / NCCI / Guidewire bind. Say “wired when your contracts are live; today this file runs on the honest pilot path.”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CLICKING: hover the PII banner: “Named insureds and PII are stripped before any LLM API call — every insurance section, mortgage, and lending.”</a:t>
            </a:r>
          </a:p>
          <a:p>
            <a:r>
              <a:t>That is the first wow. Pause two seconds. Let compliance people nod.</a:t>
            </a:r>
          </a:p>
          <a:p>
            <a:r>
              <a:t>Then start the run. Watch the stage strip: Intake → Parse → Verify…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submission journey. Point at provenance: “This TIV came from the ACORD, not the model.”</a:t>
            </a:r>
          </a:p>
          <a:p>
            <a:r>
              <a:t>Point at a finding: “This is why REFER exists — we would rather bounce a file than guess.”</a:t>
            </a:r>
          </a:p>
          <a:p>
            <a:r>
              <a:t>Premium: if the demo book shows an indicated premium, say it is the pilot manual. Desk+ quotes their SERFF book. Never oversell 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WOW. Slow down.</a:t>
            </a:r>
          </a:p>
          <a:p>
            <a:r>
              <a:t>Click the audit trail / PII banner / a single cited field. One screenshot is worth ten adjectives.</a:t>
            </a:r>
          </a:p>
          <a:p>
            <a:r>
              <a:t>Do not say “we are SOC 2 certified” unless that is true in the room’s materials. Say “SOC-ready audit trail” as the product feature.</a:t>
            </a:r>
          </a:p>
          <a:p>
            <a:r>
              <a:t>Do not claim live carrier appointments.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45-second click: /line-uw then /staff-uw. If time is short, stay on this slide.</a:t>
            </a:r>
          </a:p>
          <a:p>
            <a:r>
              <a:t>Also mention mortgage (Chen residential / Oak Street commercial) and lending (Blue Harbor Bakery) only if the audience is mixed credit + P&amp;C.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THIS SLIDE with the customer unless they ask how you run pilots. It is for your rehearsal.</a:t>
            </a:r>
          </a:p>
          <a:p>
            <a:r>
              <a:t>Night-before: log in, run Pacific Coast once, leave the completed job in Recent Activity so the glimpse is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four words. Then: “Underwriters work the exceptions. Rytera works the stack.”</a:t>
            </a:r>
          </a:p>
          <a:p>
            <a:r>
              <a:t>Then go to CTA. Do not open another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ONE next step: “Who owns the shadow-pilot decision, and can we lock 30 minutes this week on your top three commercial files?”</a:t>
            </a:r>
          </a:p>
          <a:p>
            <a:r>
              <a:t>Do not offer a free-for-all sandbox without a named UW sponsor.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for the entire Q&amp;A.</a:t>
            </a:r>
          </a:p>
          <a:p>
            <a:r>
              <a:t>Honest answers:</a:t>
            </a:r>
          </a:p>
          <a:p>
            <a:r>
              <a:t>- Live oracles: health-checked gateway; simulated on pilot; live when vendor contracts exist.</a:t>
            </a:r>
          </a:p>
          <a:p>
            <a:r>
              <a:t>- Premium: demo book on pilot; their filed book on Desk+.</a:t>
            </a:r>
          </a:p>
          <a:p>
            <a:r>
              <a:t>- Bind: off until licensed UW cutover. We do not re-key into a fake PAS.</a:t>
            </a:r>
          </a:p>
          <a:p>
            <a:r>
              <a:t>- Appointments: they pick the writing company from their panel.</a:t>
            </a:r>
          </a:p>
          <a:p>
            <a:r>
              <a:t>- Mortgage/lending: same PII strip, same journey, different docs (W-2, appraisal, credit).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B0F7"/>
                </a:solidFill>
                <a:latin typeface="Calibri"/>
              </a:rPr>
              <a:t>PRODUCT DEMO  ·  12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Stop hunting PDFs.
Start underwriting.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Rytera turns messy insurance, mortgage, and lending packages into a bind-ready memo —
so licensed underwriters work the exceptions, not the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Software  ·  B2B SaaS workbench  ·  Carriers, MGAs, line UW, staff UW, credit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  / 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WHAT YOU ARE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 software product. Built for the desk that says yes or 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532120" cy="20574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91440" cy="20574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DEF"/>
                </a:solidFill>
                <a:latin typeface="Calibri"/>
              </a:rPr>
              <a:t>Product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B2B SaaS software — an AI underwriting workbench in the browser. Not hardware. Not a staffing service. Not a PAS replacement.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532120" cy="20574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91440" cy="2057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09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Primary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Chief underwriting officers, heads of UW, MGA principals, line UW managers at the branch, staff UW at the home office.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5532120" cy="20574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91440" cy="205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Also in the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19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Personal-lines leads, mortgage credit ops, commercial lenders, compliance / exam teams who will ask “why this file?”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532120" cy="20574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49039"/>
            <a:ext cx="91440" cy="2057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502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How they 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19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Shadow pilot first. Bind off until their licensed UW cuts over. We do not invent a market appointment or a premium we cannot defend.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1. THE HOOK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The file arrives messy. The decision still has to be defensible.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Days in the inbox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3911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Broker emails, ACORD XML, loss runs, SOVs, floor plans, W-2s — split across drives. Quote speed becomes a competitive wound.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072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Senior hours on hunting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363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Licensed UW time goes to re-key and assembling audit packs, not appetite, terms, and price.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6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044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Black-box AI is a non-starter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336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Examiners will ask “why this file?” A chatbot answer is not a SHA-256 audit ZIP.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11155680" cy="987552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017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PII into a model is a career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309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Named insureds, SSNs, EINs, DOBs cannot go raw to an LLM API. Compliance will stop the project if they 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1. THE HOOK  ·  VALUE + GLIMPSE OF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Underwriters work the exceptions. Rytera works the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6766560" cy="46177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BB0F7"/>
                </a:solidFill>
                <a:latin typeface="Calibri"/>
              </a:rPr>
              <a:t>What changes on the desk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Ingest the broker package once — Connect &amp; pull, or drop files.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Extract with provenance. Conflicts surface as findings, not guesses.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Appetite, COPE, rating, memo — one visible journey.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A licensed underwriter still signs. Bind stays off until they say so.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Named insureds and PII are stripped before any LLM API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4160520" cy="461772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64592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THE FILE WE WILL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96596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Pacific Coast Distributors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6974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Insured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697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Warehouse · NAICS 493120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108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$4,350,000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5204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520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Property &amp; business interruption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9319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ACORD · loss run · SOV ·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343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343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Ingest → Extract → Verify → Score →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7548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Human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Sign-off still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166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alibri"/>
              </a:rPr>
              <a:t>Shadow pilot · bind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2. THE CORE WORKFLOW  ·  70% OF THE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One journey. The most common high-value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73736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B0F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1945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880360"/>
            <a:ext cx="16276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Pull the broker package. No re-key of the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55448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73736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B0F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945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80360"/>
            <a:ext cx="16276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ACORD, loss run, SOV, inspection — every field cited.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55448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73736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B0F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1945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880360"/>
            <a:ext cx="16276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Conflicts and gaps become findings. Appetite fires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5448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3736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B0F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945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880360"/>
            <a:ext cx="16276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Specialist agents + deterministic fallback. No black box.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7" y="155448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5" y="173736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B0F7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5" y="21945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5" y="2880360"/>
            <a:ext cx="16276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Indicated premium only when the book can defend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39" y="155448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9567" y="173736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B0F7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7" y="21945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7" y="2880360"/>
            <a:ext cx="16276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Memo + licensed UW checkpoint. Human still decides.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Live click path: Dashboard → Insurance → Business / Commercial → Property &amp; BI → Sample data “Pacific Coast” → Run.
Narrate WHY at each step, not the button. Skip Settings, Registry, and every other vertical today.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GOLDEN PATH  ·  INGEST &amp;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stack becomes a package. Then every field has a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Connect &amp; 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SharePoint, Drive, S3, email, SFTP, IVANS-class intake — pull what the broker already sent. Why it matters: the UW never hunts the fourth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Drop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ACORD 125/126/130/140, loss run, SOV, inspection, floor plan, financials. Multi-file. Relevance scoring flags junk in the zip.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891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Writing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Pick the paper from the appointed panel. Rytera does not invent a market appointment you do not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ACORD XML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4708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Named insured, locations, coverages, form numbers — structured data outranks a PDF guess.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Loss run &amp; SOV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Frequency, severity, schedule of values. Fake-clean loss history does not sneak onto the desk.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891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Floor plan / financials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6460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Area, stories, sprinklers; 16-line financial condition. COPE and creditworthiness without a second tool.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GOLDEN PATH  ·  VERIFY, SCORE, PRICE,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Findings, not vibes. A memo a human can 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Cross-document conflicts (broker vs PDF vs SOV) surface as findings. Appetite fires before emotion. Out-of-appetite files refer.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Calibri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Specialist agents — risk, loss run, compliance, fraud, triage — each with a deterministic fallback. No LLM required to finish a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Calibri"/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ISO-style indicated premium when the loaded book can support it. If we cannot price it honestly, we do not invent a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931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DEF"/>
                </a:solidFill>
                <a:latin typeface="Calibri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38912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ACCEPT / REFER / DECLINE memo. Conditions stay in sync with the evidence. Licensed UW license number on the sign-off.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THE WOW  ·  WHAT COMPETITORS USUALLY SKIP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The model never sees the named insured.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PII stripped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Named insureds, SSNs, EINs, dates of birth are redacted before any LLM API call — insurance, mortgage, and lending. That is the story compliance can say in an exam.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00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Every field is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488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Structured broker data outranks AI-extracted PDF fields. Reconciliation is visible. No “the AI said so.”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600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Zero-token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1488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A router spends LLM budget only where rules genuinely fail. Most of the journey is deterministic. Cheap at scale. Works if the key is 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93191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Human still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80559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AI recommends. A licensed underwriter signs. Shadow first, bind last. Override analytics teach the book — they do not hide from the examiner.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393191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Examiner-ready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480559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Encrypted at rest. SHA-256 manifest. Regulatory ZIP. When someone asks “why this file?” you hand them a bundle, not a war 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4903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393191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B0F7"/>
                </a:solidFill>
                <a:latin typeface="Calibri"/>
              </a:rPr>
              <a:t>Line desk + staff desk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480559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Branch coverage assist and producer service on one side. Home-office guides, rating plans, UW audits, and training on the other. Same platform.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SAME PLATFORM  ·  TWO DESKS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Built the way the company is already organized.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Line UW desk  · 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83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Coverage assist on the live file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Producer and policyholder service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Quote / endorsement / certificate tickets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Why it matters: the person facing the broker is not hunting PDFs while the producer is on the 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Calibri"/>
              </a:rPr>
              <a:t>Staff UW desk  ·  home 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83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UW guides and rating-plan reviews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Market research and experience studies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File audits and line-UW training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•  Why it matters: the home office steers the book without another spreadsheet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3. TECHNICAL SAFEGUARDS  ·  PRESENTER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Do not demo production. Do not demo chaos.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801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Use staging / the committed dashboard demo. Shadow on. Bind off. Notifications and chat pop-ups disabled. One browser profile. No extra tabs.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Offline backup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5740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Have a 90-second screen recording of Pacific Coast → memo ready. If the API hiccups, play it without apology and keep talking.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39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Clean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34639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Full screen. Hide bookmarks. Light or dark — pick one and stick. Zoom 110% so the back row can read the PII banner.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79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Honesty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11879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Do not claim live oracles, SERFF books, or Guidewire bind unless that tenant has them. Fail closed: no invented premium.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8912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Pacific Coast Distributors, TIV $4.35M, warehouse. Never type “test” or “asdf”. Never show a real insured.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663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Timebox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1663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Hook 60s · journey ~8 min · wow 90s · wrap 60s. Q&amp;A on the last slide with contact left 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4. THE WRAP-UP  ·  LAST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What you just saw, in one breath.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The queue ranks the book. The memo comes back in minutes, not days in an inbox.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Cheaper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Senior UW hours go to yes or no — not hunting ACORDs and building audit packs.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Cleaner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Appetite fires first. Findings are visible. Selection improves before loss ratio lectures 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55448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Defensible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517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PII never hits the model raw. Encrypted audit. Licensed human still signs. Bind stays off until you cut over.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B0F7"/>
                </a:solidFill>
                <a:latin typeface="Calibri"/>
              </a:rP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30 minutes. Your book. Shadow on.
Bind off until your licensed UW says otherwise.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BB0F7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Book the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9748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 walkthrough on your lines — commercial property, life, health, or credit — not a second marketing tour.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BB0F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478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Start a shadow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319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We measure accuracy on files you already decided. No PAS cutover. No invented bind.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177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BB0F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823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Email the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16636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hello@ryterainc.com  ·  ryterainc.com  ·  dashboard at 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B0F7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We can stay on this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Rytera Inc.  ·  AI underwriting workbench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881360" cy="2148840"/>
          </a:xfrm>
          <a:prstGeom prst="roundRect">
            <a:avLst>
              <a:gd name="adj" fmla="val 8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hello@ryterainc.com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alibri"/>
              </a:rPr>
              <a:t>ryterainc.com   ·   ryterainc.com/dashboard   ·   Book a demo on the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Likely Qs: live oracles · SERFF book · Guidewire bind · PII · line vs staff · mortgage/lending. Answer honestly: fail closed until those are actually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Rytera™  ·  Confidential demo  ·  ryterainc.com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